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0" r:id="rId4"/>
  </p:sldMasterIdLst>
  <p:notesMasterIdLst>
    <p:notesMasterId r:id="rId18"/>
  </p:notesMasterIdLst>
  <p:handoutMasterIdLst>
    <p:handoutMasterId r:id="rId19"/>
  </p:handoutMasterIdLst>
  <p:sldIdLst>
    <p:sldId id="256" r:id="rId5"/>
    <p:sldId id="296" r:id="rId6"/>
    <p:sldId id="297" r:id="rId7"/>
    <p:sldId id="305" r:id="rId8"/>
    <p:sldId id="298" r:id="rId9"/>
    <p:sldId id="300" r:id="rId10"/>
    <p:sldId id="309" r:id="rId11"/>
    <p:sldId id="302" r:id="rId12"/>
    <p:sldId id="303" r:id="rId13"/>
    <p:sldId id="307" r:id="rId14"/>
    <p:sldId id="304" r:id="rId15"/>
    <p:sldId id="310" r:id="rId16"/>
    <p:sldId id="30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8" y="63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3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BC54730-5EBA-4920-A6C4-7F8458A7F940}" type="datetime1">
              <a:rPr lang="it-IT" smtClean="0"/>
              <a:t>02/05/2022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C1C34-318D-43A8-83F5-3AC8647FE75E}" type="datetime1">
              <a:rPr lang="it-IT" smtClean="0"/>
              <a:pPr/>
              <a:t>02/05/2022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it-IT" noProof="0" smtClean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2955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4207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3742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2584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5069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69841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44115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97369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09303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03667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9930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78FA3-9367-3997-13D6-161D5C0D8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6F95A-0DB1-909F-4877-211D02DDE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812-D02C-E804-858F-C6033BAB4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it-IT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EC552-74FB-68A8-F1DB-50BFC33BB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 noProof="0"/>
              <a:t>Presentazione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B763B-8900-900C-E1CD-6F640B1F4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872379479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A2939-6CDF-3701-A515-896464B1D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1B803-7CA2-77A2-66FF-DB7E2F9A2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397FD-4F10-69B9-446A-4918A16E5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it-IT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7CD67-6479-55EE-DE67-89684ED69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 noProof="0"/>
              <a:t>Presentazione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B70DC-AD4F-EA61-7692-41407D020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60270340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25B5-A762-EB53-F897-59DF53228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EA8A6-5963-F9FE-1B65-79541D002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95A9D-0374-D5FB-92B4-C2D7FFBD6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it-IT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9922F-C742-92AD-5A16-12AA0872C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 noProof="0"/>
              <a:t>Presentazione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8FE65-20BB-FBE0-B54E-C8764A4B3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415359929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B77B9-27D3-6ED4-5264-EA693566B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627F1-2F9A-B292-0D5E-E27E5406E3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5EA06-74ED-5C31-2A5F-372B3C4BA3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9A62-3EF1-2625-F0C3-7E93279D5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it-IT" noProof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86FD4-540E-306A-6F2B-5286DEC81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 noProof="0"/>
              <a:t>Presentazione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76DBA-117C-F6B0-A1B6-E1E207E8F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135138254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69029-E548-D864-4B47-C6A9D6D42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CC418-FB2B-FC44-5319-3BA2E686F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6A10A-E476-E502-C698-8BE7CB6C7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250D04-DA3D-6846-3FF4-F0ECA70BE2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5FCD54-CF41-4987-7461-DF0870DE71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EB7794-ED5A-AAE9-BB48-6A984A2E3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it-IT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C2FAA1-6EEA-3F84-86B8-CF6E2CADA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 noProof="0"/>
              <a:t>Presentazione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582037-7CFF-7C40-2E83-E42A4C1F7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839582223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604CF-5265-CE08-F505-A4BE39948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0AA7FF-3997-5FC5-C974-128708F2C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it-IT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CCE444-963A-801A-195F-45F1A4FBE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 noProof="0"/>
              <a:t>Presentazione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E6DE96-E056-EC6E-10D1-44045295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894742492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E0225F-3213-B64D-155A-491CC11C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it-IT" noProof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0AE588-DF15-E493-EB21-C955D039F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 noProof="0"/>
              <a:t>Presentazione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0BE23-C8FD-68FC-BEC7-9123D255B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732142784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AFB36-F54B-5DF6-815E-D14DCECB2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60857-A7D8-73A2-040B-268A16DD8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408CC-65E1-8FF3-A56F-EF40780D6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390958-1DF8-C979-BAFB-2FBF6E7BC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it-IT" noProof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85E42-4F01-B107-28DB-E4D53252D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 noProof="0"/>
              <a:t>Presentazione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57894-4EC5-EAC0-6FD8-A82D2937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194068047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86DB3-4D2B-DCCA-A5F1-A222D2352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FCFBF5-E748-64A1-27E3-17D11FD423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444C07-7B9B-2583-BB7B-D8AD7252EA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AF7A75-74A6-12F3-E7D2-C265D7953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it-IT" noProof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9D1E5-F676-9B1E-F125-D1FB16427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 noProof="0"/>
              <a:t>Presentazione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D9DD1-C8FD-DD9A-7C93-C92D8A14A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365165466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DD5F4-B438-F71F-C292-989EB7486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FDFBB3-256A-CCF9-C107-E5D97A4158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AFDDB-3F8E-095D-2AAC-05AA80129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it-IT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4F061-5124-D9EF-ADE0-784E23E6F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 noProof="0"/>
              <a:t>Presentazione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6DFE8-C89A-879C-7E2F-9F169CEE5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283149253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BEAECE-2302-C365-16A9-B2511F195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8328BA-17EE-A346-DB19-6C061BE481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9EF6B-18F0-9409-2834-07BCB9950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it-IT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C097C-788B-952B-11EF-0323517E9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 noProof="0"/>
              <a:t>Presentazione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D2881-771D-F7AC-3C43-D6AF2DEC3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425527515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lonna contenut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o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FAI CLIC PER MODIFICARE LO STILE DEL TITOLO DELLO SCHEMA</a:t>
            </a:r>
          </a:p>
        </p:txBody>
      </p:sp>
      <p:sp>
        <p:nvSpPr>
          <p:cNvPr id="15" name="Segnaposto tes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it-IT" noProof="0"/>
              <a:t>FAI CLIC PER AGGIUNGERE IL SOTTOTITOLO</a:t>
            </a:r>
          </a:p>
        </p:txBody>
      </p:sp>
      <p:sp>
        <p:nvSpPr>
          <p:cNvPr id="17" name="Segnaposto tes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31" name="Segnaposto tes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it-IT" noProof="0"/>
              <a:t>FAI CLIC PER AGGIUNGERE IL SOTTOTITOLO</a:t>
            </a:r>
          </a:p>
        </p:txBody>
      </p:sp>
      <p:sp>
        <p:nvSpPr>
          <p:cNvPr id="32" name="Segnaposto tes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33" name="Segnaposto tes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it-IT" noProof="0"/>
              <a:t>FAI CLIC PER AGGIUNGERE IL SOTTOTITOLO</a:t>
            </a:r>
          </a:p>
        </p:txBody>
      </p:sp>
      <p:sp>
        <p:nvSpPr>
          <p:cNvPr id="34" name="Segnaposto tes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2" name="Segnaposto tes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it-IT" noProof="0"/>
              <a:t>FAI CLIC PER AGGIUNGERE IL SOTTOTITOLO</a:t>
            </a:r>
          </a:p>
        </p:txBody>
      </p:sp>
      <p:sp>
        <p:nvSpPr>
          <p:cNvPr id="13" name="Segnaposto tes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it-IT" noProof="0"/>
              <a:t>20XX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it-IT" noProof="0"/>
              <a:t>Presentazione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it-IT" noProof="0" smtClean="0"/>
              <a:t>‹#›</a:t>
            </a:fld>
            <a:endParaRPr lang="it-IT" noProof="0"/>
          </a:p>
        </p:txBody>
      </p:sp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5253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nna contenut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o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FAI CLIC PER MODIFICARE LO STILE DEL TITOLO DELLO SCHEMA</a:t>
            </a:r>
          </a:p>
        </p:txBody>
      </p:sp>
      <p:sp>
        <p:nvSpPr>
          <p:cNvPr id="15" name="Segnaposto tes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it-IT" noProof="0"/>
              <a:t>FAI CLIC PER AGGIUNGERE IL SOTTOTITOLO</a:t>
            </a:r>
          </a:p>
        </p:txBody>
      </p:sp>
      <p:sp>
        <p:nvSpPr>
          <p:cNvPr id="17" name="Segnaposto tes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6" name="Segnaposto tes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it-IT" noProof="0"/>
              <a:t>FAI CLIC PER AGGIUNGERE IL SOTTOTITOLO</a:t>
            </a:r>
          </a:p>
        </p:txBody>
      </p:sp>
      <p:sp>
        <p:nvSpPr>
          <p:cNvPr id="18" name="Segnaposto tes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9" name="Segnaposto tes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it-IT" noProof="0"/>
              <a:t>FAI CLIC PER AGGIUNGERE IL SOTTOTITOLO</a:t>
            </a:r>
          </a:p>
        </p:txBody>
      </p:sp>
      <p:sp>
        <p:nvSpPr>
          <p:cNvPr id="20" name="Segnaposto tes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23" name="Segnaposto tes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it-IT" noProof="0"/>
              <a:t>FAI CLIC PER AGGIUNGERE IL SOTTOTITOLO</a:t>
            </a:r>
          </a:p>
        </p:txBody>
      </p:sp>
      <p:sp>
        <p:nvSpPr>
          <p:cNvPr id="24" name="Segnaposto tes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it-IT" noProof="0" smtClean="0"/>
              <a:pPr rtl="0"/>
              <a:t>‹#›</a:t>
            </a:fld>
            <a:endParaRPr lang="it-IT" noProof="0"/>
          </a:p>
        </p:txBody>
      </p:sp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ruzione di sezio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it-IT" noProof="0"/>
              <a:t>FAI CLIC PER MODIFICARE LO STILE DEL TITOLO DELLO SCHEMA</a:t>
            </a:r>
          </a:p>
        </p:txBody>
      </p:sp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egnaposto tes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it-IT" noProof="0"/>
              <a:t>FAI CLIC PER AGGIUNGERE IL SOTTOTITOLO</a:t>
            </a:r>
          </a:p>
        </p:txBody>
      </p:sp>
      <p:sp>
        <p:nvSpPr>
          <p:cNvPr id="12" name="Segnaposto tes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3" name="Segnaposto tes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it-IT" noProof="0"/>
              <a:t>FAI CLIC PER AGGIUNGERE IL SOTTOTITOLO</a:t>
            </a:r>
          </a:p>
        </p:txBody>
      </p:sp>
      <p:sp>
        <p:nvSpPr>
          <p:cNvPr id="14" name="Segnaposto tes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5" name="Segnaposto tes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it-IT" noProof="0"/>
              <a:t>FAI CLIC PER AGGIUNGERE IL SOTTOTITOLO</a:t>
            </a:r>
          </a:p>
        </p:txBody>
      </p:sp>
      <p:sp>
        <p:nvSpPr>
          <p:cNvPr id="16" name="Segnaposto tes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7" name="Segnaposto dat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18" name="Segnaposto piè di pagina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19" name="Segnaposto numero diapositiva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 di merca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#</a:t>
            </a:r>
          </a:p>
        </p:txBody>
      </p:sp>
      <p:sp>
        <p:nvSpPr>
          <p:cNvPr id="23" name="Segnaposto tes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#</a:t>
            </a:r>
          </a:p>
        </p:txBody>
      </p:sp>
      <p:sp>
        <p:nvSpPr>
          <p:cNvPr id="24" name="Segnaposto tes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#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-IT" noProof="0"/>
              <a:t>Fai clic per modificare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-IT" noProof="0"/>
              <a:t>Fai clic per modificare</a:t>
            </a:r>
          </a:p>
        </p:txBody>
      </p:sp>
      <p:sp>
        <p:nvSpPr>
          <p:cNvPr id="22" name="Segnaposto contenut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Elemento gra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Segnaposto contenut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26" name="Segnaposto contenut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endParaRPr lang="it-IT" noProof="0"/>
          </a:p>
        </p:txBody>
      </p:sp>
      <p:sp>
        <p:nvSpPr>
          <p:cNvPr id="27" name="Segnaposto contenut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it-IT" noProof="0" smtClean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Elemento gra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o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FAI CLIC PER MODIFICARE LO STILE DEL TITOLO DELLO SCHEMA</a:t>
            </a:r>
          </a:p>
        </p:txBody>
      </p:sp>
      <p:sp>
        <p:nvSpPr>
          <p:cNvPr id="20" name="Segnaposto tes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it-IT" noProof="0"/>
              <a:t>FAI CLIC PER AGGIUNGERE IL SOTTOTITOLO</a:t>
            </a:r>
          </a:p>
        </p:txBody>
      </p:sp>
      <p:sp>
        <p:nvSpPr>
          <p:cNvPr id="25" name="Segnaposto tes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26" name="Segnaposto tes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it-IT" noProof="0"/>
              <a:t>FAI CLIC PER AGGIUNGERE IL SOTTOTITOLO</a:t>
            </a:r>
          </a:p>
        </p:txBody>
      </p:sp>
      <p:sp>
        <p:nvSpPr>
          <p:cNvPr id="27" name="Segnaposto tes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28" name="Segnaposto tes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it-IT" noProof="0"/>
              <a:t>FAI CLIC PER AGGIUNGERE IL SOTTOTITOLO</a:t>
            </a:r>
          </a:p>
        </p:txBody>
      </p:sp>
      <p:sp>
        <p:nvSpPr>
          <p:cNvPr id="29" name="Segnaposto tes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21" name="Segnaposto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22" name="Segnaposto piè di pagina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24" name="Segnaposto numero diapositiva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it-IT" noProof="0" smtClean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quenza tempora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6" name="Segnaposto tes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Anno</a:t>
            </a:r>
          </a:p>
        </p:txBody>
      </p:sp>
      <p:sp>
        <p:nvSpPr>
          <p:cNvPr id="7" name="Segnaposto tes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8" name="Segnaposto tes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9" name="Segnaposto tes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10" name="Segnaposto tes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Anno</a:t>
            </a:r>
          </a:p>
        </p:txBody>
      </p:sp>
      <p:sp>
        <p:nvSpPr>
          <p:cNvPr id="12" name="Segnaposto tes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13" name="Segnaposto tes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14" name="Segnaposto tes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15" name="Segnaposto tes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16" name="Segnaposto tes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17" name="Segnaposto tes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18" name="Segnaposto tes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19" name="Segnaposto tes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20" name="Segnaposto tes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21" name="Segnaposto tes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22" name="Segnaposto tes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23" name="Segnaposto tes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24" name="Segnaposto tes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25" name="Segnaposto tes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26" name="Segnaposto tes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27" name="Segnaposto tes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28" name="Segnaposto tes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29" name="Segnaposto tes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30" name="Segnaposto tes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31" name="Segnaposto tes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MM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Segnaposto dat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37" name="Segnaposto piè di pagina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38" name="Segnaposto numero diapositiva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it-IT" noProof="0" smtClean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it-IT" noProof="0"/>
              <a:t>Fai clic sull'icona per aggiungere l'elemento grafico SmartArt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FAI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it-IT" noProof="0" smtClean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FAI CLIC PER MODIFICARE LO STILE DEL TITOLO DELLO SCHEMA</a:t>
            </a:r>
          </a:p>
        </p:txBody>
      </p:sp>
      <p:sp>
        <p:nvSpPr>
          <p:cNvPr id="11" name="Segnaposto contenut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it-IT" noProof="0"/>
              <a:t>Fai clic per aggiungere contenuto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#</a:t>
            </a:r>
          </a:p>
        </p:txBody>
      </p:sp>
      <p:sp>
        <p:nvSpPr>
          <p:cNvPr id="17" name="Segnaposto tes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24" name="Segnaposto contenut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it-IT" noProof="0"/>
              <a:t>Fai clic per aggiungere contenuto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#</a:t>
            </a:r>
          </a:p>
        </p:txBody>
      </p:sp>
      <p:sp>
        <p:nvSpPr>
          <p:cNvPr id="18" name="Segnaposto tes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it-IT" noProof="0"/>
              <a:t>FARE CLIC PER MODIFICARE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25" name="Segnaposto contenut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it-IT" noProof="0"/>
              <a:t>Fai clic per aggiungere contenuto</a:t>
            </a:r>
          </a:p>
        </p:txBody>
      </p:sp>
      <p:sp>
        <p:nvSpPr>
          <p:cNvPr id="21" name="Segnaposto tes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#</a:t>
            </a:r>
          </a:p>
        </p:txBody>
      </p:sp>
      <p:sp>
        <p:nvSpPr>
          <p:cNvPr id="19" name="Segnaposto tes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sp>
        <p:nvSpPr>
          <p:cNvPr id="22" name="Segnaposto contenut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26" name="Segnaposto contenut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it-IT" noProof="0"/>
              <a:t>Fai clic per aggiungere contenuto</a:t>
            </a:r>
          </a:p>
        </p:txBody>
      </p:sp>
      <p:sp>
        <p:nvSpPr>
          <p:cNvPr id="14" name="Segnaposto tes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#</a:t>
            </a:r>
          </a:p>
        </p:txBody>
      </p:sp>
      <p:sp>
        <p:nvSpPr>
          <p:cNvPr id="23" name="Segnaposto tes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</a:t>
            </a:r>
          </a:p>
        </p:txBody>
      </p: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gnaposto contenut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it-IT" noProof="0" smtClean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17C9FD-8234-F667-A606-5F2D313F3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1DD76-9C5A-909F-2AC1-B30FFF620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19A17-5861-460C-6921-7BAB60891D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98177-32E5-CFFA-4954-BCC5D137E1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AC519-401C-FB1B-027D-24E496E23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18455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694" r:id="rId13"/>
    <p:sldLayoutId id="2147483673" r:id="rId14"/>
    <p:sldLayoutId id="2147483676" r:id="rId15"/>
    <p:sldLayoutId id="2147483699" r:id="rId16"/>
    <p:sldLayoutId id="2147483700" r:id="rId17"/>
    <p:sldLayoutId id="2147483692" r:id="rId18"/>
    <p:sldLayoutId id="2147483681" r:id="rId19"/>
    <p:sldLayoutId id="2147483696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b="1" dirty="0"/>
              <a:t>Progetto ingegneria del software</a:t>
            </a:r>
            <a:br>
              <a:rPr lang="it-IT" dirty="0"/>
            </a:br>
            <a:r>
              <a:rPr lang="it-IT" sz="2800" i="1" dirty="0"/>
              <a:t>Nome progetto</a:t>
            </a:r>
            <a:endParaRPr lang="it-IT" i="1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dirty="0"/>
              <a:t>Componenti progetto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4400" b="1" dirty="0"/>
              <a:t>Obiettivo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DD32B-2BED-B9CD-8880-5933A888D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Quale è l’obiettivo della vostra applicazione?</a:t>
            </a:r>
            <a:endParaRPr lang="en-US" dirty="0"/>
          </a:p>
        </p:txBody>
      </p:sp>
      <p:sp>
        <p:nvSpPr>
          <p:cNvPr id="82" name="Segnaposto numero diapositiva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it-IT" sz="1800" b="1" smtClean="0"/>
              <a:pPr rtl="0"/>
              <a:t>2</a:t>
            </a:fld>
            <a:endParaRPr lang="it-IT" sz="1800" b="1"/>
          </a:p>
        </p:txBody>
      </p:sp>
    </p:spTree>
    <p:extLst>
      <p:ext uri="{BB962C8B-B14F-4D97-AF65-F5344CB8AC3E}">
        <p14:creationId xmlns:p14="http://schemas.microsoft.com/office/powerpoint/2010/main" val="3250768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4400" b="1" dirty="0"/>
              <a:t>Difficoltà incontrate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9BE06A-2A10-766E-30FB-68BA1AE33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Quali difficoltà avete incontrato durante il progetto (comunicazione, utilizzo tool,….)</a:t>
            </a:r>
            <a:endParaRPr lang="en-US" dirty="0"/>
          </a:p>
        </p:txBody>
      </p:sp>
      <p:sp>
        <p:nvSpPr>
          <p:cNvPr id="82" name="Segnaposto numero diapositiva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it-IT" sz="1800" b="1" smtClean="0"/>
              <a:pPr rtl="0"/>
              <a:t>3</a:t>
            </a:fld>
            <a:endParaRPr lang="it-IT" sz="1800" b="1"/>
          </a:p>
        </p:txBody>
      </p:sp>
    </p:spTree>
    <p:extLst>
      <p:ext uri="{BB962C8B-B14F-4D97-AF65-F5344CB8AC3E}">
        <p14:creationId xmlns:p14="http://schemas.microsoft.com/office/powerpoint/2010/main" val="1249612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4400" b="1" dirty="0"/>
              <a:t>Paradigma di programmazione/modellazione utilizzato e tools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EED8C2-BF86-0679-9809-36A68E5A2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Spiegare i paradigmi di programmazione  (programmazione oggetti,…??) e modellazione (UML???)</a:t>
            </a:r>
          </a:p>
          <a:p>
            <a:r>
              <a:rPr lang="it-IT" dirty="0"/>
              <a:t>Linguaggio di programmazione usato</a:t>
            </a:r>
          </a:p>
          <a:p>
            <a:r>
              <a:rPr lang="it-IT" dirty="0"/>
              <a:t>Elencare i tool utilizzati durante il progetto</a:t>
            </a:r>
            <a:endParaRPr lang="en-US" dirty="0"/>
          </a:p>
        </p:txBody>
      </p:sp>
      <p:sp>
        <p:nvSpPr>
          <p:cNvPr id="82" name="Segnaposto numero diapositiva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it-IT" sz="1800" b="1" smtClean="0"/>
              <a:pPr rtl="0"/>
              <a:t>4</a:t>
            </a:fld>
            <a:endParaRPr lang="it-IT" sz="1800" b="1"/>
          </a:p>
        </p:txBody>
      </p:sp>
    </p:spTree>
    <p:extLst>
      <p:ext uri="{BB962C8B-B14F-4D97-AF65-F5344CB8AC3E}">
        <p14:creationId xmlns:p14="http://schemas.microsoft.com/office/powerpoint/2010/main" val="1306003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4400" b="1" dirty="0"/>
              <a:t>Software configuration management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7F007E-FE0A-2A87-17AB-DD88FD1E8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Quale tool avete usato per software </a:t>
            </a:r>
            <a:r>
              <a:rPr lang="it-IT" dirty="0" err="1"/>
              <a:t>configuration</a:t>
            </a:r>
            <a:r>
              <a:rPr lang="it-IT" dirty="0"/>
              <a:t> management (GitHub,….????)</a:t>
            </a:r>
          </a:p>
          <a:p>
            <a:r>
              <a:rPr lang="it-IT" dirty="0"/>
              <a:t>Come lo avete usato?</a:t>
            </a:r>
            <a:endParaRPr lang="en-US" dirty="0"/>
          </a:p>
        </p:txBody>
      </p:sp>
      <p:sp>
        <p:nvSpPr>
          <p:cNvPr id="82" name="Segnaposto numero diapositiva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it-IT" sz="1800" b="1" smtClean="0"/>
              <a:pPr rtl="0"/>
              <a:t>5</a:t>
            </a:fld>
            <a:endParaRPr lang="it-IT" sz="1800" b="1"/>
          </a:p>
        </p:txBody>
      </p:sp>
    </p:spTree>
    <p:extLst>
      <p:ext uri="{BB962C8B-B14F-4D97-AF65-F5344CB8AC3E}">
        <p14:creationId xmlns:p14="http://schemas.microsoft.com/office/powerpoint/2010/main" val="3996999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4400" b="1" dirty="0"/>
              <a:t>Software life </a:t>
            </a:r>
            <a:r>
              <a:rPr lang="it-IT" sz="4400" b="1" dirty="0" err="1"/>
              <a:t>cycle</a:t>
            </a:r>
            <a:endParaRPr lang="it-IT" sz="4400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1F23F2-64C7-BE07-E80F-A34081568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Spiegare il software life </a:t>
            </a:r>
            <a:r>
              <a:rPr lang="it-IT" dirty="0" err="1"/>
              <a:t>cycle</a:t>
            </a:r>
            <a:r>
              <a:rPr lang="it-IT" dirty="0"/>
              <a:t> utilizzato</a:t>
            </a:r>
            <a:endParaRPr lang="en-US" dirty="0"/>
          </a:p>
        </p:txBody>
      </p:sp>
      <p:sp>
        <p:nvSpPr>
          <p:cNvPr id="82" name="Segnaposto numero diapositiva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it-IT" sz="1800" b="1" smtClean="0"/>
              <a:pPr rtl="0"/>
              <a:t>6</a:t>
            </a:fld>
            <a:endParaRPr lang="it-IT" sz="1800" b="1"/>
          </a:p>
        </p:txBody>
      </p:sp>
    </p:spTree>
    <p:extLst>
      <p:ext uri="{BB962C8B-B14F-4D97-AF65-F5344CB8AC3E}">
        <p14:creationId xmlns:p14="http://schemas.microsoft.com/office/powerpoint/2010/main" val="930824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4400" b="1" dirty="0"/>
              <a:t>Requisiti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1F23F2-64C7-BE07-E80F-A34081568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Spiegare come avete estratto i requisiti e dove li avete specificati</a:t>
            </a:r>
            <a:endParaRPr lang="en-US" dirty="0"/>
          </a:p>
        </p:txBody>
      </p:sp>
      <p:sp>
        <p:nvSpPr>
          <p:cNvPr id="82" name="Segnaposto numero diapositiva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it-IT" sz="1800" b="1" smtClean="0"/>
              <a:pPr rtl="0"/>
              <a:t>7</a:t>
            </a:fld>
            <a:endParaRPr lang="it-IT" sz="1800" b="1"/>
          </a:p>
        </p:txBody>
      </p:sp>
    </p:spTree>
    <p:extLst>
      <p:ext uri="{BB962C8B-B14F-4D97-AF65-F5344CB8AC3E}">
        <p14:creationId xmlns:p14="http://schemas.microsoft.com/office/powerpoint/2010/main" val="1581940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4400" b="1" dirty="0"/>
              <a:t>Architettura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E5AF19-2813-23F3-53D8-44D5983D2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Spiegare lo stile architetturale utilizzato</a:t>
            </a:r>
            <a:endParaRPr lang="en-US" dirty="0"/>
          </a:p>
        </p:txBody>
      </p:sp>
      <p:sp>
        <p:nvSpPr>
          <p:cNvPr id="82" name="Segnaposto numero diapositiva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it-IT" sz="1800" b="1" smtClean="0"/>
              <a:pPr rtl="0"/>
              <a:t>8</a:t>
            </a:fld>
            <a:endParaRPr lang="it-IT" sz="1800" b="1"/>
          </a:p>
        </p:txBody>
      </p:sp>
    </p:spTree>
    <p:extLst>
      <p:ext uri="{BB962C8B-B14F-4D97-AF65-F5344CB8AC3E}">
        <p14:creationId xmlns:p14="http://schemas.microsoft.com/office/powerpoint/2010/main" val="141201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b="1" dirty="0"/>
              <a:t>D</a:t>
            </a:r>
            <a:r>
              <a:rPr lang="it-IT" sz="4400" b="1" dirty="0"/>
              <a:t>esign pattern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4029E2-3A07-28E1-FE72-E1D9FA770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Quali design pattern avete utilizzato nel progetto</a:t>
            </a:r>
          </a:p>
          <a:p>
            <a:r>
              <a:rPr lang="it-IT" dirty="0"/>
              <a:t>Metriche di qualità del progetto</a:t>
            </a:r>
            <a:endParaRPr lang="en-US" dirty="0"/>
          </a:p>
        </p:txBody>
      </p:sp>
      <p:sp>
        <p:nvSpPr>
          <p:cNvPr id="82" name="Segnaposto numero diapositiva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it-IT" sz="1800" b="1" smtClean="0"/>
              <a:pPr rtl="0"/>
              <a:t>9</a:t>
            </a:fld>
            <a:endParaRPr lang="it-IT" sz="1800" b="1"/>
          </a:p>
        </p:txBody>
      </p:sp>
    </p:spTree>
    <p:extLst>
      <p:ext uri="{BB962C8B-B14F-4D97-AF65-F5344CB8AC3E}">
        <p14:creationId xmlns:p14="http://schemas.microsoft.com/office/powerpoint/2010/main" val="2944479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7800B-90D1-8C4B-56B7-FA1626BB1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Modellazione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BF9D8-A7CB-D3F1-7E12-AD682B8F0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Quali diagrammi UML avete realizzato?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3A60F-D1E1-C885-25BD-E37FE9AEA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it-IT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A487B-30BB-D7A9-541E-E171339D4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 noProof="0"/>
              <a:t>Presentazione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5F90B-A703-3979-44A8-9125B7AA3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it-IT" noProof="0" smtClean="0"/>
              <a:pPr rtl="0"/>
              <a:t>10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2136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4400" b="1" dirty="0"/>
              <a:t>Implementazione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5B50AB-E09E-377A-4B46-AFA47F523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Cosa avete usato per implementare</a:t>
            </a:r>
          </a:p>
          <a:p>
            <a:pPr lvl="1"/>
            <a:r>
              <a:rPr lang="it-IT" dirty="0"/>
              <a:t>Quali parti avete implementato e quali no (ad esempio)</a:t>
            </a:r>
            <a:endParaRPr lang="en-US" dirty="0"/>
          </a:p>
        </p:txBody>
      </p:sp>
      <p:sp>
        <p:nvSpPr>
          <p:cNvPr id="82" name="Segnaposto numero diapositiva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it-IT" sz="1800" b="1" smtClean="0"/>
              <a:pPr rtl="0"/>
              <a:t>11</a:t>
            </a:fld>
            <a:endParaRPr lang="it-IT" sz="1800" b="1"/>
          </a:p>
        </p:txBody>
      </p:sp>
    </p:spTree>
    <p:extLst>
      <p:ext uri="{BB962C8B-B14F-4D97-AF65-F5344CB8AC3E}">
        <p14:creationId xmlns:p14="http://schemas.microsoft.com/office/powerpoint/2010/main" val="2728347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4400" b="1" dirty="0"/>
              <a:t>Testing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5B50AB-E09E-377A-4B46-AFA47F523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Cosa avete usato per fare testing</a:t>
            </a:r>
          </a:p>
          <a:p>
            <a:pPr lvl="1"/>
            <a:r>
              <a:rPr lang="it-IT" dirty="0"/>
              <a:t>Manuale o automatico?</a:t>
            </a:r>
          </a:p>
          <a:p>
            <a:r>
              <a:rPr lang="it-IT" dirty="0"/>
              <a:t>Quali risultati avete ottenuto con l’attività di testing</a:t>
            </a:r>
          </a:p>
          <a:p>
            <a:pPr lvl="1"/>
            <a:endParaRPr lang="en-US" dirty="0"/>
          </a:p>
        </p:txBody>
      </p:sp>
      <p:sp>
        <p:nvSpPr>
          <p:cNvPr id="82" name="Segnaposto numero diapositiva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it-IT" sz="1800" b="1" smtClean="0"/>
              <a:pPr rtl="0"/>
              <a:t>12</a:t>
            </a:fld>
            <a:endParaRPr lang="it-IT" sz="1800" b="1"/>
          </a:p>
        </p:txBody>
      </p:sp>
    </p:spTree>
    <p:extLst>
      <p:ext uri="{BB962C8B-B14F-4D97-AF65-F5344CB8AC3E}">
        <p14:creationId xmlns:p14="http://schemas.microsoft.com/office/powerpoint/2010/main" val="2214790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A85A7-2359-50AF-B2C8-F8FBFA3E2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98BC0-3DAA-3F78-1CC6-7D92405ED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Fare piccola demo dell’applicazione sviluppata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BEDDF-102F-B18E-CB96-5A4E69301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it-IT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4B4D0-88FC-634D-417C-360F75832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 noProof="0"/>
              <a:t>Presentazione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879AD-ECAF-DDDE-26DC-9DD0D10F9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it-IT" noProof="0" smtClean="0"/>
              <a:pPr rtl="0"/>
              <a:t>13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568766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201</Words>
  <Application>Microsoft Office PowerPoint</Application>
  <PresentationFormat>Widescreen</PresentationFormat>
  <Paragraphs>60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Progetto ingegneria del software Nome progetto</vt:lpstr>
      <vt:lpstr>Obiettivo</vt:lpstr>
      <vt:lpstr>Difficoltà incontrate</vt:lpstr>
      <vt:lpstr>Paradigma di programmazione/modellazione utilizzato e tools</vt:lpstr>
      <vt:lpstr>Software configuration management</vt:lpstr>
      <vt:lpstr>Software life cycle</vt:lpstr>
      <vt:lpstr>Requisiti</vt:lpstr>
      <vt:lpstr>Architettura</vt:lpstr>
      <vt:lpstr>Design pattern</vt:lpstr>
      <vt:lpstr>Modellazione</vt:lpstr>
      <vt:lpstr>Implementazione</vt:lpstr>
      <vt:lpstr>Testing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Progetto ingegneria del software concessionaria</dc:title>
  <dc:creator>365 Pro Plus</dc:creator>
  <cp:lastModifiedBy>Angelo Gargantini</cp:lastModifiedBy>
  <cp:revision>13</cp:revision>
  <dcterms:created xsi:type="dcterms:W3CDTF">2022-02-12T14:59:00Z</dcterms:created>
  <dcterms:modified xsi:type="dcterms:W3CDTF">2022-05-02T08:16:43Z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